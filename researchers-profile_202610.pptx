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8" r:id="rId2"/>
    <p:sldId id="259" r:id="rId3"/>
    <p:sldId id="256" r:id="rId4"/>
    <p:sldId id="257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6760AB-7F88-4C8D-83B4-68A85D3F5C3D}" v="5" dt="2026-10-12T03:44:43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636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29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sessions/youthful-funny-planck/mnt/outputs/profile_yeeu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914400"/>
            <a:ext cx="320040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53949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 「생활변화관측소」</a:t>
            </a:r>
            <a:endParaRPr lang="en-US" sz="11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0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기획·운영 · 구독자 12만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『트렌드노트』 3권 공저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 · 2024 · 2025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85800" y="63550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hello@jeongyeinsight.com  ·  010-9241-3445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343400" y="914400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 R O F I L 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343400" y="1188720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신예은</a:t>
            </a:r>
            <a:r>
              <a:rPr lang="en-US" sz="160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</a:t>
            </a:r>
            <a:r>
              <a:rPr lang="en-US" sz="1600" dirty="0" err="1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Yaeun</a:t>
            </a:r>
            <a:r>
              <a:rPr lang="en-US" sz="160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Shin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343400" y="1993392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r>
              <a:rPr lang="en-US" altLang="ko-KR" sz="1400" b="1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b="1" dirty="0" err="1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분석가</a:t>
            </a:r>
            <a:r>
              <a:rPr lang="en-US" altLang="ko-KR" sz="1400" b="1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altLang="ko-KR" sz="1400" b="1" dirty="0" err="1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</a:t>
            </a:r>
            <a:r>
              <a:rPr lang="en-US" altLang="ko-KR" sz="1400" b="1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b="1" dirty="0" err="1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연구원</a:t>
            </a:r>
            <a:r>
              <a:rPr lang="en-US" altLang="ko-KR" sz="1400" b="1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altLang="ko-KR" sz="1400" b="1" dirty="0" err="1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</a:t>
            </a:r>
            <a:r>
              <a:rPr lang="en-US" altLang="ko-KR" sz="1400" b="1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b="1" dirty="0" err="1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43400" y="2514600"/>
            <a:ext cx="7178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신예은은 데이터로 사람들의 변화를 읽는 트렌드 연구자입니다. 소셜 빅데이터를 분석해 소비와 </a:t>
            </a:r>
            <a:r>
              <a:rPr lang="en-US" sz="1300" dirty="0" err="1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라이프스타일</a:t>
            </a:r>
            <a:r>
              <a:rPr lang="en-US" sz="13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 err="1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일상의</a:t>
            </a:r>
            <a:r>
              <a:rPr lang="en-US" sz="13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흐름을 관찰하고, 그 변화를 </a:t>
            </a:r>
            <a:r>
              <a:rPr lang="en-US" sz="1300" dirty="0" err="1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</a:t>
            </a:r>
            <a:r>
              <a:rPr lang="en-US" sz="13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강연</a:t>
            </a:r>
            <a:r>
              <a:rPr lang="ko-KR" altLang="en-US" sz="13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</a:t>
            </a:r>
            <a:r>
              <a:rPr lang="en-US" sz="13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콘텐츠로 전합니다. </a:t>
            </a:r>
            <a:br>
              <a:rPr lang="en-US" sz="13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300" dirty="0" err="1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생활변화관측소</a:t>
            </a:r>
            <a:r>
              <a:rPr lang="en-US" sz="13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연구원으로 동시대의 감도를 읽으며, 데이터 인사이트 스튜디오 ‘정예’를 이끌고 있습니다.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43400" y="4160520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이력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43400" y="452628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㈜</a:t>
            </a:r>
            <a:r>
              <a:rPr lang="en-US" altLang="ko-KR" sz="1200" b="1" dirty="0" err="1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정예</a:t>
            </a:r>
            <a:r>
              <a:rPr lang="en-US" sz="12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(Jeongye) 대표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784080" y="4526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2025.09 – 현재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43400" y="4741164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인사이트 스튜디오 · 기업·브랜드 트렌드 컨설팅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343400" y="498348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前 바이브컴퍼니 생활변화관측소 연구원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784080" y="49834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2021.09 – 2025.09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343400" y="5198364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소셜 빅데이터 기반 소비·라이프스타일 트렌드 분석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343400" y="544068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 「생활변화관측소」 기획·운영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784080" y="54406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2022 – 현재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343400" y="5655564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구독자 12만 · 데이터 인사이트 콘텐츠 제작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343400" y="589788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『트렌드노트』 공저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784080" y="58978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 · 2024 · 2025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85800" y="6510528"/>
            <a:ext cx="10817352" cy="0"/>
          </a:xfrm>
          <a:prstGeom prst="line">
            <a:avLst/>
          </a:prstGeom>
          <a:noFill/>
          <a:ln w="12700">
            <a:solidFill>
              <a:srgbClr val="DDE2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6858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신예은  ·  주식회사 정예 대표 · 생활변화관측소 연구원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229600" y="654710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29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 O R T F O L I 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강연 · 방송 · 콘텐츠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강연 · 출강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30428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「2026 비즈니스 &amp; 라이프스타일 트렌드」 내부 강연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올리브네트웍스 「청년 창업 로컬 파이오니어」 강연</a:t>
            </a:r>
            <a:endParaRPr lang="en-US" sz="12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배달의민족 외식업 사장님 트렌드 강연 (3회)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3310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브랜디드 협업   </a:t>
            </a:r>
            <a:r>
              <a:rPr lang="en-US" sz="12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LG전자 · SK mySUNI · 보건복지부 · 한국타이어 · 퍼시스 · 제너럴아이디어 · </a:t>
            </a:r>
            <a:r>
              <a:rPr lang="en-US" sz="1200" dirty="0" err="1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우유자조금</a:t>
            </a:r>
            <a:r>
              <a:rPr lang="ko-KR" altLang="en-US" sz="12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</a:t>
            </a:r>
            <a:r>
              <a:rPr lang="en-US" sz="1200" dirty="0" err="1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위원회</a:t>
            </a:r>
            <a:r>
              <a:rPr lang="en-US" altLang="ko-KR" sz="12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12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국가데이터처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41148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방송 · 미디어 출연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45262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다큐멘터리 〈TEN〉 출연 (2회)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BNK금융그룹 〈이거 뭐 돼?〉 출연 (2회)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SBS 〈모닝와이드〉 「MZ사전」 출연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09360" y="41148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콘텐츠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45262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 「생활변화관측소」 기획·운영 (구독자 12만)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소셜 빅데이터 기반 소비·트렌드 인사이트 콘텐츠 제작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『트렌드노트』 2023 · 2024 · 2025 공저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6510528"/>
            <a:ext cx="10817352" cy="0"/>
          </a:xfrm>
          <a:prstGeom prst="line">
            <a:avLst/>
          </a:prstGeom>
          <a:noFill/>
          <a:ln w="12700">
            <a:solidFill>
              <a:srgbClr val="DDE2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신예은  ·  주식회사 정예 대표 · 생활변화관측소 연구원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0" y="654710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04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29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sessions/youthful-funny-planck/mnt/outputs/profile_ju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914400"/>
            <a:ext cx="320040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53949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 「생활변화관측소」</a:t>
            </a:r>
            <a:endParaRPr lang="en-US" sz="11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050" dirty="0" err="1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구독자</a:t>
            </a:r>
            <a:r>
              <a:rPr lang="en-US" sz="10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12만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『트렌드노트』 5권 공저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2021–2025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343400" y="914400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 R O F I L 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343400" y="1188720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정석환</a:t>
            </a:r>
            <a:r>
              <a:rPr lang="en-US" sz="160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Sukhwan Jung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343400" y="1993392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r>
              <a:rPr lang="en-US" sz="1400" b="1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분석가 · 트렌드 연구원 · 콘텐츠 크리에이터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43400" y="2514600"/>
            <a:ext cx="7178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정석환은 소셜 빅데이터로 사회의 변화를 읽는 일에서 커리어를 시작했습니다. 사람들의 생각과 행동, 소비와 취향이 어떻게 달라지는지 관찰하고 분석해, 그 결과를 보고서로 쓰고 영상으로 만듭니다. 동시대인의 생각을 기업에 전하고, 기업의 이야기를 다시 사람들에게 전합니다. 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43400" y="4206240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이력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43400" y="457200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㈜정예 (Jeongye) Co-Founder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784080" y="45720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2025.09 – 현재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343400" y="4786884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인사이트 스튜디오 공동 창업 · 기업·브랜드 컨설팅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343400" y="502920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 「생활변화관측소」 운영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784080" y="50292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2022.06 – 현재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343400" y="5244084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 · 기획 · 촬영 · 편집 · 발행 총괄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343400" y="548640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前 바이브컴퍼니 생활변화관측소 매니저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784080" y="54864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2020.01 – 2025.09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343400" y="5701284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소셜 빅데이터 기반 트렌드 분석 및 컨설팅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" y="6510528"/>
            <a:ext cx="10817352" cy="0"/>
          </a:xfrm>
          <a:prstGeom prst="line">
            <a:avLst/>
          </a:prstGeom>
          <a:noFill/>
          <a:ln w="12700">
            <a:solidFill>
              <a:srgbClr val="DDE2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6858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정석환  ·  데이터 분석가 · 트렌드 연구원 · 콘텐츠 크리에이터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229600" y="654710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29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 O R T F O L I 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프로젝트 · 강연 · 콘텐츠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프로젝트 · 컨설팅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304288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소셜 빅데이터 기반 트렌드 분석·컨설팅 — 전자제품 · 식음료 · 패션 · 유통 · 자동차 · 관광 등 다양한 산업군</a:t>
            </a:r>
            <a:endParaRPr lang="en-US" sz="1200" dirty="0"/>
          </a:p>
          <a:p>
            <a:pPr marL="0" indent="0">
              <a:lnSpc>
                <a:spcPct val="12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가치 분석 · 고객 경험(CX) 프로젝트 · C-레벨 임원 대상 전략 인사이트 보고</a:t>
            </a:r>
            <a:endParaRPr lang="en-US" sz="1200" dirty="0"/>
          </a:p>
          <a:p>
            <a:pPr>
              <a:lnSpc>
                <a:spcPct val="125000"/>
              </a:lnSpc>
            </a:pPr>
            <a:r>
              <a:rPr lang="en-US" sz="1200" b="1" dirty="0">
                <a:solidFill>
                  <a:srgbClr val="1F29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브랜디드 협업   </a:t>
            </a:r>
            <a:r>
              <a:rPr lang="en-US" sz="12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LG전자 · SK mySUNI · 보건복지부 · 한국타이어 · 퍼시스 · 제너럴아이디어 · </a:t>
            </a:r>
            <a:r>
              <a:rPr lang="en-US" altLang="ko-KR" sz="1200" dirty="0" err="1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우유자조금</a:t>
            </a:r>
            <a:r>
              <a:rPr lang="ko-KR" altLang="en-US" sz="12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</a:t>
            </a:r>
            <a:r>
              <a:rPr lang="en-US" altLang="ko-KR" sz="1200" dirty="0" err="1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위원</a:t>
            </a:r>
            <a:r>
              <a:rPr lang="ko-KR" altLang="en-US" sz="12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</a:t>
            </a:r>
            <a:r>
              <a:rPr lang="en-US" altLang="ko-KR" sz="12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120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국가데이터처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38862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강연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429768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서울시립대학교 비즈니스애널리틱스 아카데미 메인 강사 (2020–2025)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교보문고 「트렌드프리뷰」 사회자 (2024 · 2025 · 2026)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국립중앙도서관 · 넥센타이어 · 현대해상 · 롯데웰푸드 · CJ올리브네트웍스 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더콘텐츠서밋 2024 강연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09360" y="38862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콘텐츠 · 방송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429768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 「생활변화관측소」 기획·제작 총괄 (구독자 12.6만)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EBS 「다큐멘터리K」 인구대기획 〈초저출생〉 3부 프레젠터 (2023)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CBS 「토큐멘터리」 인구탐방 편 출연 (2025)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E4C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『트렌드노트』 2021–2025, 총 5권 공저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6510528"/>
            <a:ext cx="10817352" cy="0"/>
          </a:xfrm>
          <a:prstGeom prst="line">
            <a:avLst/>
          </a:prstGeom>
          <a:noFill/>
          <a:ln w="12700">
            <a:solidFill>
              <a:srgbClr val="DDE2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정석환  ·  데이터 분석가 · 트렌드 연구원 · 콘텐츠 크리에이터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654710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492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631</Words>
  <Application>Microsoft Office PowerPoint</Application>
  <PresentationFormat>와이드스크린</PresentationFormat>
  <Paragraphs>83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정석환 · 신예은 소개자료</dc:title>
  <dc:subject>PptxGenJS Presentation</dc:subject>
  <dc:creator>정예</dc:creator>
  <cp:lastModifiedBy>sukhwan jung</cp:lastModifiedBy>
  <cp:revision>2</cp:revision>
  <dcterms:created xsi:type="dcterms:W3CDTF">2026-07-03T05:14:15Z</dcterms:created>
  <dcterms:modified xsi:type="dcterms:W3CDTF">2026-10-12T03:45:32Z</dcterms:modified>
</cp:coreProperties>
</file>